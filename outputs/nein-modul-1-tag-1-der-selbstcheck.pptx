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in Modul 1. In den naechsten Folien starten wir mit dem Selbstcheck.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bin froh, dass du dir diese Zeit nimmst. Nicht als Floskel — sondern weil ich weiss, was es bedeutet, wenn jemand wie du anhaelt. Du bist vermutlich jemand, der viel erledigt. Der funktioniert. Der fuer andere da ist. Und genau deshalb bist du hier. In den naechsten fuenf Tagen schauen wir gemeinsam hin. Ehrlich. Ohne grosse Versprechen. Du wirst verstehen, warum du nie Nein sagen kannst — und du wirst deinen ersten echten Schritt raus machen.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moechte, dass du kurz anhaeltst. Denk an die letzte Woche. War da ein Moment, wo jemand etwas von dir wollte — und du hast Ja gesagt, obwohl du innerlich Nein gedacht hast? Nicht weil du keine Wahl hattest. Sondern weil Nein sich falsch angefuehlt hat. Zu hart. Zu egoistisch. Zu riskant. Wenn du gerade nickst — dann bist du hier genau richtig.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People-Pleasing sieht in jedem Bereich ein bisschen anders aus. Bei der Arbeit nimmst du Aufgaben an, die eigentlich nicht deine sind — weil du nicht als schwierig gelten willst. In der Familie erfuellst du Erwartungen, die niemand ausspricht — du spuerst sie einfach. Und bei Freunden bist du der Zuverlaessige. Der, der immer da ist. Auch wenn du selbst gerade leer bist. Erkennst du dich?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Workbook findest du auf Seite eins deinen Selbstcheck. Drei Bereiche, je drei Fragen. Ich bitte dich, sie zu beantworten — nicht so, wie es sich "gut" anhoert. Sondern so, wie es wirklich ist. Zehn Minuten. Das erste, was dir kommt. Kein Nachdenken. Kein Korrigieren. Nur Ehrlichkeit.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Morgen schauen wir, was dein Selbstcheck dir zeigt. Nicht um dich zu analysieren — sondern um ein Muster sichtbar zu machen. Die meisten Menschen, die nie Nein sagen, haben eine bestimmte Ausloese-Situation. Einen Moment, wo das automatische Ja einsetzt. Den finden wir morgen. Bis dann.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A61C1C"/>
          </a:solidFill>
          <a:ln w="12700">
            <a:solidFill>
              <a:srgbClr val="A61C1C"/>
            </a:solidFill>
            <a:prstDash val="solid"/>
          </a:ln>
        </p:spPr>
      </p:sp>
      <p:sp>
        <p:nvSpPr>
          <p:cNvPr id="3" name="Shape 1"/>
          <p:cNvSpPr/>
          <p:nvPr/>
        </p:nvSpPr>
        <p:spPr>
          <a:xfrm>
            <a:off x="11731752" y="0"/>
            <a:ext cx="457200" cy="6858000"/>
          </a:xfrm>
          <a:prstGeom prst="rect">
            <a:avLst/>
          </a:prstGeom>
          <a:solidFill>
            <a:srgbClr val="2A2A2A"/>
          </a:solidFill>
          <a:ln w="12700">
            <a:solidFill>
              <a:srgbClr val="2A2A2A"/>
            </a:solidFill>
            <a:prstDash val="solid"/>
          </a:ln>
        </p:spPr>
      </p:sp>
      <p:sp>
        <p:nvSpPr>
          <p:cNvPr id="4" name="Text 2"/>
          <p:cNvSpPr/>
          <p:nvPr/>
        </p:nvSpPr>
        <p:spPr>
          <a:xfrm>
            <a:off x="731520" y="2011680"/>
            <a:ext cx="5486400" cy="548640"/>
          </a:xfrm>
          <a:prstGeom prst="rect">
            <a:avLst/>
          </a:prstGeom>
          <a:noFill/>
          <a:ln/>
        </p:spPr>
        <p:txBody>
          <a:bodyPr wrap="square" rtlCol="0" anchor="ctr"/>
          <a:lstStyle/>
          <a:p>
            <a:pPr indent="0" marL="0">
              <a:buNone/>
            </a:pPr>
            <a:r>
              <a:rPr lang="en-US" sz="1400" b="1" spc="300" kern="0" dirty="0">
                <a:solidFill>
                  <a:srgbClr val="D94040"/>
                </a:solidFill>
                <a:latin typeface="Calibri" pitchFamily="34" charset="0"/>
                <a:ea typeface="Calibri" pitchFamily="34" charset="-122"/>
                <a:cs typeface="Calibri" pitchFamily="34" charset="-120"/>
              </a:rPr>
              <a:t>Modul 1</a:t>
            </a:r>
            <a:endParaRPr lang="en-US" sz="1400" dirty="0"/>
          </a:p>
        </p:txBody>
      </p:sp>
      <p:sp>
        <p:nvSpPr>
          <p:cNvPr id="5" name="Text 3"/>
          <p:cNvSpPr/>
          <p:nvPr/>
        </p:nvSpPr>
        <p:spPr>
          <a:xfrm>
            <a:off x="731520" y="2651760"/>
            <a:ext cx="9144000" cy="13716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Tag 1: Der Selbstcheck</a:t>
            </a:r>
            <a:endParaRPr lang="en-US" sz="3600" dirty="0"/>
          </a:p>
        </p:txBody>
      </p:sp>
      <p:sp>
        <p:nvSpPr>
          <p:cNvPr id="6" name="Text 4"/>
          <p:cNvSpPr/>
          <p:nvPr/>
        </p:nvSpPr>
        <p:spPr>
          <a:xfrm>
            <a:off x="731520" y="6217920"/>
            <a:ext cx="7315200" cy="4572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Nein aus Ueberzeugung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1 — Tag 1: Der Selbstcheck</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1: Der Selbstcheck</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Willkommen</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Warum du hier bist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diese 5 Tage bringen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sich danach veraendert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1 — Tag 1: Der Selbstcheck</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1: Der Selbstcheck</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Die eine Frage</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Wann hast du zuletzt Nein gesagt — und es wirklich so gemeint?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1 — Tag 1: Der Selbstcheck</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1: Der Selbstcheck</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Drei Lebensbereiche</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Arbeit: Aufgaben uebernehmen, die niemand sonst will</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Familie: Erwartungen erfuellen, die niemand laut ausspricht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Freunde: Immer verfuegbar sein, auch wenn du leer bist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1 — Tag 1: Der Selbstcheck</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1: Der Selbstcheck</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erster Auftrag</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Workbook Seite 1 oeffnen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Selbstcheck ehrlich ausfuellen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10 Minuten — nicht mehr</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1 — Tag 1: Der Selbstcheck</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1: Der Selbstcheck</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Was dich morgen erwartet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Tag 2: Wir lesen die Muster</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Du erkennst wann und warum du automatisch Ja sagst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Nein aus Ueberzeugung — Tag 1: Der Selbstcheck</dc:title>
  <dc:subject>PptxGenJS Presentation</dc:subject>
  <dc:creator>Andreas Stock</dc:creator>
  <cp:lastModifiedBy>Andreas Stock</cp:lastModifiedBy>
  <cp:revision>1</cp:revision>
  <dcterms:created xsi:type="dcterms:W3CDTF">2026-05-22T18:44:31Z</dcterms:created>
  <dcterms:modified xsi:type="dcterms:W3CDTF">2026-05-22T18:44:31Z</dcterms:modified>
</cp:coreProperties>
</file>