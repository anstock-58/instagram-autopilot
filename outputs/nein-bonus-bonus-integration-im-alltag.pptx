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im Bonus-Modul. Heute geht es um Integration im Alltag.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im Bonus-Tag. Was du in den letzten fuenf Tagen gelernt hast, braucht jetzt Wiederholung. Einmal Nein sagen veraendert nichts dauerhaft. Aber zehnmal — zwanzigmal — immer wieder kleine, aufrichtige Nein sagen: Das veraendert ein Muster. Heute zeige ich dir, wie du das in deinen Alltag einbaust — ohne grossen Aufwand.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einfachste Regel, die du sofort anwenden kannst: Bevor du Ja sagst — drei Sekunden. Das ist alles. Kein Drama, kein Theater. Nur drei Sekunden Pause. In diesen drei Sekunden fragst du dich innerlich: Will ich das wirklich? Kann ich das wirklich? Und dann antwortest du. Manchmal wirst du Ja sagen — aus Ueberzeugung. Manchmal Nein. Aber es ist deine Entscheidung.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findest du auf Seite sechs einen einfachen Wochen-Tracker. Jeden Tag eine Zeile: Habe ich heute mindestens einmal bewusst die Pause gemacht? Ja oder nein. Das ist alles. Kein Aufwand. Keine Perfektion. Nur ehrliche Beobachtung ueber vier Wochen. Du wirst dabei etwas sehen, das dich ueberrascht.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wird Tage geben, wo du wieder automatisch Ja sagst. Wo du dich danach aergerst. Das ist normal. Das bedeutet nicht, dass du versagt hast — es bedeutet, dass das Muster noch aktiv ist. Was du dann tust: nicht urteilen. Beobachten. Was war die Situation? Was war der Ausloser? Und dann weiter. Kein Schritt zurueck ist ein Versagen — es ist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hast in diesen fuenf Tagen mehr geschafft als die meisten in Jahren. Du weisst jetzt, warum du nie Nein sagen konntest. Du hast deinen ersten Schritt gemacht. Und du weisst, wie du weiteroebst. Wenn du tiefer gehen willst — die alten Praegungen wirklich aufloesen, deinen Selbstwert nachhaltig aufbauen und dauerhaft in deiner eigenen Kraft bleiben — dann ist "Grenzen leben" der naechste Schritt. Den Link dazu findest du direkt unter diesem Video. Danke, dass du dabei warst.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Bonus</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Bonus: Integration im Alltag</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Einmal ist kein Mal</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Ein Nein veraendert nichts dauerhaft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Wiederholung schafft neue Muster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Kleine Schritte, konsequent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Drei-Sekunden-Regel</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Bevor du Ja sagst: drei Sekunden Pause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Innerlich fragen: Will ich das wirklich?</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Dann erst antworten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Wochenplan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Montag bis Freitag: eine bewusste Pause pro Tag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Wochenende: Reflexion — wie war die Woche?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Workbook Seite 6: Wochen-Tracker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tun, wenn es nicht klappt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Rueckschritte sind normal — kein Grund zur Selbstkritik</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Ein Rueckschritt zeigt: das Thema ist noch aktiv</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Beobachten statt urteilen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Der naechste Schritt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hast den Anfang gemacht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Wer tiefer gehen will: GRENZEN LEBEN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Selbstwert aufbauen, Praegungen aufloesen, dauerhaft in der eigenen Kraft bleiben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Nein aus Ueberzeugung — Bonus: Integration im Alltag</dc:title>
  <dc:subject>PptxGenJS Presentation</dc:subject>
  <dc:creator>Andreas Stock</dc:creator>
  <cp:lastModifiedBy>Andreas Stock</cp:lastModifiedBy>
  <cp:revision>1</cp:revision>
  <dcterms:created xsi:type="dcterms:W3CDTF">2026-05-22T18:44:31Z</dcterms:created>
  <dcterms:modified xsi:type="dcterms:W3CDTF">2026-05-22T18:44:31Z</dcterms:modified>
</cp:coreProperties>
</file>