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 echtes Nein kommt nicht aus Erschöpfung. Nicht aus Wut. Nicht aus "ich kann nicht mehr." Es kommt aus dem Wissen: Das entspricht nicht dem, was ich will oder kann. Und das reicht. Ein echtes Nein ist ruhig. Es braucht keine lange Begründung. Kein Entschuldigen. Kein Rechtfertigen. Nur Klarheit.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— Tag 5: Das erste echte Nein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5: Das erste echte Nein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961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ein echtes Nein ist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9326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Überzeugung — nicht aus Erschöpfung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Ruhig — nicht aggressiv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 — ohne lange Erklärung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 aus Ueberzeugung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5 F2 — Was ein echtes Nein ist</dc:title>
  <dc:subject>PptxGenJS Presentation</dc:subject>
  <dc:creator>Andreas Stock</dc:creator>
  <cp:lastModifiedBy>Andreas Stock</cp:lastModifiedBy>
  <cp:revision>1</cp:revision>
  <dcterms:created xsi:type="dcterms:W3CDTF">2026-05-22T20:29:43Z</dcterms:created>
  <dcterms:modified xsi:type="dcterms:W3CDTF">2026-05-22T20:29:43Z</dcterms:modified>
</cp:coreProperties>
</file>