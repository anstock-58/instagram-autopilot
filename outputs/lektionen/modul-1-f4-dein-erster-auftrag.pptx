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Workbook findest du auf Seite eins deinen Selbstcheck. Drei Bereiche, je drei Fragen. Ich bitte dich, sie zu beantworten — nicht so, wie es sich "gut" anhört. Sondern so, wie es wirklich ist. Zehn Minuten. Das erste, was dir kommt. Kein Nachdenken. Kein Korrigieren. Nur Ehrlichkeit.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— Tag 1: Der Selbstcheck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1: Der Selbstcheck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erster Auftrag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Seite 1 öffnen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Selbstcheck ehrlich ausfüllen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 — nicht mehr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 F4 — Dein erster Auftrag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