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Viele versuchen, ihr People-Pleasing zu bekämpfen. Sie zwingen sich zu Nein, fühlen sich dabei schlecht, geben auf. Das funktioniert nicht. Was funktioniert: das Muster sehen, ohne es zu verurteilen. Sagen: Ich sehe, dass ich gerade automatisch Ja sagen will. Und dann — eine Pause. Einen Atemzug. Und dann entscheiden, was ich wirklich will. Das ist der Wendepunkt.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— Tag 4: Der Wendepunkt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4: Der Wendepunkt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 statt Kampf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 das Muster kämpfen macht es stärker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Akzeptieren heißt: ich sehe es — und ich entscheide neu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Selbstvorwurf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4 F2 — Akzeptanz statt Kampf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