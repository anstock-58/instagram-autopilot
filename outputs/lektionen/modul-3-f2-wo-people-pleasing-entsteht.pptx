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People-Pleasing entsteht nicht aus Schwäche. Es entsteht aus Intelligenz. Irgendwann — meistens als Kind oder Jugendlicher — hast du gelernt: Wenn ich angepasst bin, bin ich sicher. Wenn ich Ja sage, wird es niemanden böse. Wenn ich keine Bedürfnisse habe, gibt es keinen Konflikt. Das war damals eine kluge Strategie. Das Problem: du folgst ihr heute noch. Obwohl die Situation sich längst verändert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Wo People-Pleasing entsteht</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angeboren — erlernt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Meistens in der Kindheit oder Jugend</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Als Strategie, um geliebt oder sicher zu sein</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3 F2 — Wo People-Pleasing entsteht</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