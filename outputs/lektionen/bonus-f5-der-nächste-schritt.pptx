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 hast in diesen fünf Tagen mehr geschafft als die meisten in Jahren. Du weißt jetzt, warum du nie Nein sagen konntest. Du hast deinen ersten Schritt gemacht. Und du weißt, wie du weiterübst. Wenn du tiefer gehen willst — die alten Prägungen wirklich auflösen, deinen Selbstwert nachhaltig aufbauen und dauerhaft in deiner eigenen Kraft bleiben — dann ist "Grenzen leben" der nächste Schritt. Den Link dazu findest du direkt unter diesem Video. Danke, dass du dabei warst.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Text 1"/>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Bonus — Bonus: Integration im Alltag</a:t>
            </a:r>
            <a:endParaRPr lang="en-US" sz="1200" dirty="0"/>
          </a:p>
        </p:txBody>
      </p:sp>
      <p:sp>
        <p:nvSpPr>
          <p:cNvPr id="4" name="Text 2"/>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Bonus: Integration im Alltag</a:t>
            </a:r>
            <a:endParaRPr lang="en-US" sz="1100" dirty="0"/>
          </a:p>
        </p:txBody>
      </p:sp>
      <p:sp>
        <p:nvSpPr>
          <p:cNvPr id="5" name="Shape 3"/>
          <p:cNvSpPr/>
          <p:nvPr/>
        </p:nvSpPr>
        <p:spPr>
          <a:xfrm>
            <a:off x="320040" y="841248"/>
            <a:ext cx="8961120" cy="0"/>
          </a:xfrm>
          <a:prstGeom prst="line">
            <a:avLst/>
          </a:prstGeom>
          <a:noFill/>
          <a:ln w="12700">
            <a:solidFill>
              <a:srgbClr val="CCCCCC"/>
            </a:solidFill>
            <a:prstDash val="solid"/>
          </a:ln>
        </p:spPr>
      </p:sp>
      <p:sp>
        <p:nvSpPr>
          <p:cNvPr id="6" name="Text 4"/>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Der nächste Schritt</a:t>
            </a:r>
            <a:endParaRPr lang="en-US" sz="3800" dirty="0"/>
          </a:p>
        </p:txBody>
      </p:sp>
      <p:sp>
        <p:nvSpPr>
          <p:cNvPr id="7" name="Text 5"/>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Du hast den Anfang gemacht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Wer tiefer gehen will: GRENZEN LEBEN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Selbstwert aufbauen, Prägungen auflösen, dauerhaft in der eigenen Kraft bleiben</a:t>
            </a:r>
            <a:endParaRPr lang="en-US" sz="2400" dirty="0"/>
          </a:p>
        </p:txBody>
      </p:sp>
      <p:sp>
        <p:nvSpPr>
          <p:cNvPr id="8" name="Text 6"/>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Bonus F5 — Der nächste Schritt</dc:title>
  <dc:subject>PptxGenJS Presentation</dc:subject>
  <dc:creator>Andreas Stock</dc:creator>
  <cp:lastModifiedBy>Andreas Stock</cp:lastModifiedBy>
  <cp:revision>1</cp:revision>
  <dcterms:created xsi:type="dcterms:W3CDTF">2026-05-22T20:29:44Z</dcterms:created>
  <dcterms:modified xsi:type="dcterms:W3CDTF">2026-05-22T20:29:44Z</dcterms:modified>
</cp:coreProperties>
</file>