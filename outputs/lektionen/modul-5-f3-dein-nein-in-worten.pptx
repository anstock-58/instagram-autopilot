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 Workbook auf Seite vier findest du drei einfache Formulierungen für dein erstes Nein. Erstens: "Das passt gerade nicht für mich." Zweitens: "Ich kann das diesmal nicht übernehmen." Drittens: "Dafür bin ich nicht der Richtige." Such dir eine aus — oder passe sie an. Was zählt, ist nicht der perfekte Satz. Was zählt, ist dass du ihn sagst.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61C1C"/>
          </a:solidFill>
          <a:ln w="12700">
            <a:solidFill>
              <a:srgbClr val="A6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 — Tag 5: Das erste echte Nein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5: Das erste echte Nein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8961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Nein in Worten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9326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einfache Formulierungen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Wähle, was sich für dich richtig anfühlt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kannst es anpassen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 aus Ueberzeugung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5 F3 — Dein Nein in Worten</dc:title>
  <dc:subject>PptxGenJS Presentation</dc:subject>
  <dc:creator>Andreas Stock</dc:creator>
  <cp:lastModifiedBy>Andreas Stock</cp:lastModifiedBy>
  <cp:revision>1</cp:revision>
  <dcterms:created xsi:type="dcterms:W3CDTF">2026-05-22T20:29:43Z</dcterms:created>
  <dcterms:modified xsi:type="dcterms:W3CDTF">2026-05-22T20:29:43Z</dcterms:modified>
</cp:coreProperties>
</file>