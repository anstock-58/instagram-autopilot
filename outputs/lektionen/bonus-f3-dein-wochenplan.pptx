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findest du auf Seite sechs einen einfachen Wochen-Tracker. Jeden Tag eine Zeile: Habe ich heute mindestens einmal bewusst die Pause gemacht? Ja oder nein. Das ist alles. Kein Aufwand. Keine Perfektion. Nur ehrliche Beobachtung über vier Wochen. Du wirst dabei etwas sehen, das dich überrascht.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Wochenplan</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Montag bis Freitag: eine bewusste Pause pro Tag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Wochenende: Reflexion — wie war die Woche?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6: Wochen-Tracker</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Bonus F3 — Dein Wochenplan</dc:title>
  <dc:subject>PptxGenJS Presentation</dc:subject>
  <dc:creator>Andreas Stock</dc:creator>
  <cp:lastModifiedBy>Andreas Stock</cp:lastModifiedBy>
  <cp:revision>1</cp:revision>
  <dcterms:created xsi:type="dcterms:W3CDTF">2026-05-22T20:29:44Z</dcterms:created>
  <dcterms:modified xsi:type="dcterms:W3CDTF">2026-05-22T20:29:44Z</dcterms:modified>
</cp:coreProperties>
</file>