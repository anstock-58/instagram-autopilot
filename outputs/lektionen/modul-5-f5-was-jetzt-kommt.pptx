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 hast fünf Tage lang ehrlich hingeschaut. Du hast dein Muster erkannt, seine Wurzel verstanden und deinen ersten echten Schritt gemacht. Das ist nicht nichts — das ist der Anfang von etwas. Im Bonus-Tag morgen zeige ich dir, wie du das in deinen Alltag integrierst — so dass es bleibt. Und falls du tiefer gehen willst, zeige ich dir auch, was als nächstes möglich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— Tag 5: Das erste echte Nein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5: Das erste echte Nein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961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jetzt kommt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9326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Bonus-Tag: Integration im Alltag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nächste Schritt, wenn du tiefer gehen willst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aus Ueberzeugung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5 F5 — Was jetzt kommt</dc:title>
  <dc:subject>PptxGenJS Presentation</dc:subject>
  <dc:creator>Andreas Stock</dc:creator>
  <cp:lastModifiedBy>Andreas Stock</cp:lastModifiedBy>
  <cp:revision>1</cp:revision>
  <dcterms:created xsi:type="dcterms:W3CDTF">2026-05-22T20:29:44Z</dcterms:created>
  <dcterms:modified xsi:type="dcterms:W3CDTF">2026-05-22T20:29:44Z</dcterms:modified>
</cp:coreProperties>
</file>