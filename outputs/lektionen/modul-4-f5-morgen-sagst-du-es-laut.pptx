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Morgen ist Tag fünf. Der letzte Tag. Und der konkreteste. Du wirst dein erstes echtes Nein formulieren — in deinen Worten, für deine Situation. Nicht aus Trotz. Nicht aus Erschöpfung. Aus Überzeugung. Du bist nach vier Tagen bereit dafür. Bis morgen.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61C1C"/>
          </a:solidFill>
          <a:ln w="12700">
            <a:solidFill>
              <a:srgbClr val="A6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 — Tag 4: Der Wendepunkt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4: Der Wendepunkt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8961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Morgen sagst du es laut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2148840"/>
            <a:ext cx="9326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5: Das erste echte Nein</a:t>
            </a:r>
            <a:endParaRPr lang="en-US" sz="2400" dirty="0"/>
          </a:p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bist bereit — nicht perfekt, aber bereit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 aus Ueberzeugung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4 F5 — Morgen sagst du es laut</dc:title>
  <dc:subject>PptxGenJS Presentation</dc:subject>
  <dc:creator>Andreas Stock</dc:creator>
  <cp:lastModifiedBy>Andreas Stock</cp:lastModifiedBy>
  <cp:revision>1</cp:revision>
  <dcterms:created xsi:type="dcterms:W3CDTF">2026-05-22T20:29:43Z</dcterms:created>
  <dcterms:modified xsi:type="dcterms:W3CDTF">2026-05-22T20:29:43Z</dcterms:modified>
</cp:coreProperties>
</file>