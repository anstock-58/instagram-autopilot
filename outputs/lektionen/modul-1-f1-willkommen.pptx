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bin froh, dass du dir diese Zeit nimmst. Nicht als Floskel — sondern weil ich weiß, was es bedeutet, wenn jemand wie du anhält. Du bist vermutlich jemand, der viel erledigt. Der funktioniert. Der für andere da ist. Und genau deshalb bist du hier. In den nächsten fünf Tagen schauen wir gemeinsam hin. Ehrlich. Ohne große Versprechen. Du wirst verstehen, warum du nie Nein sagen kannst — und du wirst deinen ersten echten Schritt raus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Willkommen</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Warum du hier bist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diese 5 Tage bringen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sich danach verändert</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1 F1 — Willkommen</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