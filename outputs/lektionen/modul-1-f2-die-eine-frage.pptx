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möchte, dass du kurz anhältst. Denk an die letzte Woche. War da ein Moment, wo jemand etwas von dir wollte — und du hast Ja gesagt, obwohl du innerlich Nein gedacht hast? Nicht weil du keine Wahl hattest. Sondern weil Nein sich falsch angefühlt hat. Zu hart. Zu egoistisch. Zu riskant. Wenn du gerade nickst — dann bist du hier genau richtig.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Text 1"/>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1 — Tag 1: Der Selbstcheck</a:t>
            </a:r>
            <a:endParaRPr lang="en-US" sz="1200" dirty="0"/>
          </a:p>
        </p:txBody>
      </p:sp>
      <p:sp>
        <p:nvSpPr>
          <p:cNvPr id="4" name="Text 2"/>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1: Der Selbstcheck</a:t>
            </a:r>
            <a:endParaRPr lang="en-US" sz="1100" dirty="0"/>
          </a:p>
        </p:txBody>
      </p:sp>
      <p:sp>
        <p:nvSpPr>
          <p:cNvPr id="5" name="Shape 3"/>
          <p:cNvSpPr/>
          <p:nvPr/>
        </p:nvSpPr>
        <p:spPr>
          <a:xfrm>
            <a:off x="320040" y="841248"/>
            <a:ext cx="8961120" cy="0"/>
          </a:xfrm>
          <a:prstGeom prst="line">
            <a:avLst/>
          </a:prstGeom>
          <a:noFill/>
          <a:ln w="12700">
            <a:solidFill>
              <a:srgbClr val="CCCCCC"/>
            </a:solidFill>
            <a:prstDash val="solid"/>
          </a:ln>
        </p:spPr>
      </p:sp>
      <p:sp>
        <p:nvSpPr>
          <p:cNvPr id="6" name="Text 4"/>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Die eine Frage</a:t>
            </a:r>
            <a:endParaRPr lang="en-US" sz="3800" dirty="0"/>
          </a:p>
        </p:txBody>
      </p:sp>
      <p:sp>
        <p:nvSpPr>
          <p:cNvPr id="7" name="Text 5"/>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Wann hast du zuletzt Nein gesagt — und es wirklich so gemeint?</a:t>
            </a:r>
            <a:endParaRPr lang="en-US" sz="2400" dirty="0"/>
          </a:p>
        </p:txBody>
      </p:sp>
      <p:sp>
        <p:nvSpPr>
          <p:cNvPr id="8" name="Text 6"/>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 1 F2 — Die eine Frage</dc:title>
  <dc:subject>PptxGenJS Presentation</dc:subject>
  <dc:creator>Andreas Stock</dc:creator>
  <cp:lastModifiedBy>Andreas Stock</cp:lastModifiedBy>
  <cp:revision>1</cp:revision>
  <dcterms:created xsi:type="dcterms:W3CDTF">2026-05-22T20:29:43Z</dcterms:created>
  <dcterms:modified xsi:type="dcterms:W3CDTF">2026-05-22T20:29:43Z</dcterms:modified>
</cp:coreProperties>
</file>