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hoffe, du hast deinen Selbstcheck gemacht. Wenn ja — gut. Wenn nicht, mach es jetzt bevor du weiterschaust. Was du dort siehst, ist keine Schwäche. Es ist ein Muster, das du irgendwann gelernt hast, weil es damals funktioniert hat. Und alles, was gelernt wurde, kann auch verändert werden. Das ist keine Motivation — das ist Biologie.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Text 1"/>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2 — Tag 2: Die Muster</a:t>
            </a:r>
            <a:endParaRPr lang="en-US" sz="1200" dirty="0"/>
          </a:p>
        </p:txBody>
      </p:sp>
      <p:sp>
        <p:nvSpPr>
          <p:cNvPr id="4" name="Text 2"/>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2: Die Muster</a:t>
            </a:r>
            <a:endParaRPr lang="en-US" sz="1100" dirty="0"/>
          </a:p>
        </p:txBody>
      </p:sp>
      <p:sp>
        <p:nvSpPr>
          <p:cNvPr id="5" name="Shape 3"/>
          <p:cNvSpPr/>
          <p:nvPr/>
        </p:nvSpPr>
        <p:spPr>
          <a:xfrm>
            <a:off x="320040" y="841248"/>
            <a:ext cx="8961120" cy="0"/>
          </a:xfrm>
          <a:prstGeom prst="line">
            <a:avLst/>
          </a:prstGeom>
          <a:noFill/>
          <a:ln w="12700">
            <a:solidFill>
              <a:srgbClr val="CCCCCC"/>
            </a:solidFill>
            <a:prstDash val="solid"/>
          </a:ln>
        </p:spPr>
      </p:sp>
      <p:sp>
        <p:nvSpPr>
          <p:cNvPr id="6" name="Text 4"/>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Was dein Selbstcheck zeigt</a:t>
            </a:r>
            <a:endParaRPr lang="en-US" sz="3800" dirty="0"/>
          </a:p>
        </p:txBody>
      </p:sp>
      <p:sp>
        <p:nvSpPr>
          <p:cNvPr id="7" name="Text 5"/>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Schwäche — sondern ein erlerntes Muster</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Muster lassen sich erkennen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erkannt ist, kann verändert werden</a:t>
            </a:r>
            <a:endParaRPr lang="en-US" sz="2400" dirty="0"/>
          </a:p>
        </p:txBody>
      </p:sp>
      <p:sp>
        <p:nvSpPr>
          <p:cNvPr id="8" name="Text 6"/>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 2 F1 — Was dein Selbstcheck zeigt</dc:title>
  <dc:subject>PptxGenJS Presentation</dc:subject>
  <dc:creator>Andreas Stock</dc:creator>
  <cp:lastModifiedBy>Andreas Stock</cp:lastModifiedBy>
  <cp:revision>1</cp:revision>
  <dcterms:created xsi:type="dcterms:W3CDTF">2026-05-22T20:29:43Z</dcterms:created>
  <dcterms:modified xsi:type="dcterms:W3CDTF">2026-05-22T20:29:43Z</dcterms:modified>
</cp:coreProperties>
</file>