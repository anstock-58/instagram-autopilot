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Bevor dieser Kurs endet, bitte ich dich um drei Minuten Reflexion. Im Workbook auf Seite fünf gibt es drei Fragen: Was habe ich über mich gelernt? Was hat sich bereits verändert, auch wenn es klein ist? Und was nehme ich als ersten Schritt mit in den Alltag? Schreib es auf. Nicht für mich — für dich.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Text 1"/>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5 — Tag 5: Das erste echte Nein</a:t>
            </a:r>
            <a:endParaRPr lang="en-US" sz="1200" dirty="0"/>
          </a:p>
        </p:txBody>
      </p:sp>
      <p:sp>
        <p:nvSpPr>
          <p:cNvPr id="4" name="Text 2"/>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5: Das erste echte Nein</a:t>
            </a:r>
            <a:endParaRPr lang="en-US" sz="1100" dirty="0"/>
          </a:p>
        </p:txBody>
      </p:sp>
      <p:sp>
        <p:nvSpPr>
          <p:cNvPr id="5" name="Shape 3"/>
          <p:cNvSpPr/>
          <p:nvPr/>
        </p:nvSpPr>
        <p:spPr>
          <a:xfrm>
            <a:off x="320040" y="841248"/>
            <a:ext cx="8961120" cy="0"/>
          </a:xfrm>
          <a:prstGeom prst="line">
            <a:avLst/>
          </a:prstGeom>
          <a:noFill/>
          <a:ln w="12700">
            <a:solidFill>
              <a:srgbClr val="CCCCCC"/>
            </a:solidFill>
            <a:prstDash val="solid"/>
          </a:ln>
        </p:spPr>
      </p:sp>
      <p:sp>
        <p:nvSpPr>
          <p:cNvPr id="6" name="Text 4"/>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Abschluss-Reflexion</a:t>
            </a:r>
            <a:endParaRPr lang="en-US" sz="3800" dirty="0"/>
          </a:p>
        </p:txBody>
      </p:sp>
      <p:sp>
        <p:nvSpPr>
          <p:cNvPr id="7" name="Text 5"/>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hast du in diesen 5 Tagen gelernt?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hat sich verändert?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nimmst du mit?</a:t>
            </a:r>
            <a:endParaRPr lang="en-US" sz="2400" dirty="0"/>
          </a:p>
        </p:txBody>
      </p:sp>
      <p:sp>
        <p:nvSpPr>
          <p:cNvPr id="8" name="Text 6"/>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5 F4 — Abschluss-Reflexion</dc:title>
  <dc:subject>PptxGenJS Presentation</dc:subject>
  <dc:creator>Andreas Stock</dc:creator>
  <cp:lastModifiedBy>Andreas Stock</cp:lastModifiedBy>
  <cp:revision>1</cp:revision>
  <dcterms:created xsi:type="dcterms:W3CDTF">2026-05-22T20:29:44Z</dcterms:created>
  <dcterms:modified xsi:type="dcterms:W3CDTF">2026-05-22T20:29:44Z</dcterms:modified>
</cp:coreProperties>
</file>