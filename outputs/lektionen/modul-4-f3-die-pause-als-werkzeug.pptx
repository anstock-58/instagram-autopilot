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Zwischen dem Moment, wo jemand etwas von dir will, und deiner Reaktion liegt ein ganz kurzer Augenblick. Meistens überbrückst du ihn sofort mit Ja. Heute üben wir, diesen Moment auszudehnen. Nicht dramatisch. Nur: einen Atemzug nehmen. Kurz innehalten. Und fragen: Was will ich wirklich? Du musst das nicht perfekt können. Du musst es nur einmal spüren.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Pause als Werkzeug</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Zwischen Auslöser und Reaktion liegt ein Moment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In diesem Moment liegt deine Freiheit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Die Pause trainieren — nicht perfektionieren</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4 F3 — Die Pause als Werkzeug</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