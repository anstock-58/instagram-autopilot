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Willkommen im Bonus-Tag. Was du in den letzten fünf Tagen gelernt hast, braucht jetzt Wiederholung. Einmal Nein sagen verändert nichts dauerhaft. Aber zehnmal — zwanzigmal — immer wieder kleine, aufrichtige Nein sagen: Das verändert ein Muster. Heute zeige ich dir, wie du das in deinen Alltag einbaust — ohne großen Aufwand.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61C1C"/>
          </a:solidFill>
          <a:ln w="12700">
            <a:solidFill>
              <a:srgbClr val="A6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— Bonus: Integration im Alltag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Integration im Alltag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8961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Einmal ist kein Mal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2148840"/>
            <a:ext cx="9326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Nein verändert nichts dauerhaft</a:t>
            </a:r>
            <a:endParaRPr lang="en-US" sz="2400" dirty="0"/>
          </a:p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Wiederholung schafft neue Muster</a:t>
            </a:r>
            <a:endParaRPr lang="en-US" sz="2400" dirty="0"/>
          </a:p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 Schritte, konsequent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 aus Ueberzeugung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Bonus F1 — Einmal ist kein Mal</dc:title>
  <dc:subject>PptxGenJS Presentation</dc:subject>
  <dc:creator>Andreas Stock</dc:creator>
  <cp:lastModifiedBy>Andreas Stock</cp:lastModifiedBy>
  <cp:revision>1</cp:revision>
  <dcterms:created xsi:type="dcterms:W3CDTF">2026-05-22T20:29:44Z</dcterms:created>
  <dcterms:modified xsi:type="dcterms:W3CDTF">2026-05-22T20:29:44Z</dcterms:modified>
</cp:coreProperties>
</file>