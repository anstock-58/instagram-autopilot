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einfachste Regel, die du sofort anwenden kannst: Bevor du Ja sagst — drei Sekunden. Das ist alles. Kein Drama, kein Theater. Nur drei Sekunden Pause. In diesen drei Sekunden fragst du dich innerlich: Will ich das wirklich? Kann ich das wirklich? Und dann antwortest du. Manchmal wirst du Ja sagen — aus Überzeugung. Manchmal Nein. Aber es ist deine Entscheidung.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Bonus: Integration im Alltag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Integration im Alltag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961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Drei-Sekunden-Regel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9326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Bevor du Ja sagst: drei Sekunden Pause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Innerlich fragen: Will ich das wirklich?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erst antworten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aus Ueberzeugung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Bonus F2 — Die Drei-Sekunden-Regel</dc:title>
  <dc:subject>PptxGenJS Presentation</dc:subject>
  <dc:creator>Andreas Stock</dc:creator>
  <cp:lastModifiedBy>Andreas Stock</cp:lastModifiedBy>
  <cp:revision>1</cp:revision>
  <dcterms:created xsi:type="dcterms:W3CDTF">2026-05-22T20:29:44Z</dcterms:created>
  <dcterms:modified xsi:type="dcterms:W3CDTF">2026-05-22T20:29:44Z</dcterms:modified>
</cp:coreProperties>
</file>