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Wenn du deinen Auslöser erkennst — bitte nicht urteilen. Er zeigt dir, wo du dich am unsichersten fühlst. Wo die Angst vor Ablehnung am stärksten ist. Das ist wertvolle Information. Keine Diagnose. Kein Problem. Einfach: hier ist der Hebel. Und morgen in Tag drei schauen wir, wo dieser Auslöser herkommt.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— Tag 2: Die Muster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2: Die Muster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Auslöser sind keine Feinde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Auslöser zeigt dir, wo du dich am unsichersten fühlst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Unsicherheit ist kein Fehler — sie ist Information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F4 — Auslöser sind keine Feinde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