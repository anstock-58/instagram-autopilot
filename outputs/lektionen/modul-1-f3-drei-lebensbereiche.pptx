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People-Pleasing sieht in jedem Bereich ein bisschen anders aus. Bei der Arbeit nimmst du Aufgaben an, die eigentlich nicht deine sind — weil du nicht als schwierig gelten willst. In der Familie erfüllst du Erwartungen, die niemand ausspricht — du spürst sie einfach. Und bei Freunden bist du der Zuverlässige. Der, der immer da ist. Auch wenn du selbst gerade leer bist. Erkennst du dich?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 — Tag 1: Der Selbstcheck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1: Der Selbstcheck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Lebensbereiche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Arbeit: Aufgaben übernehmen, die niemand sonst will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Familie: Erwartungen erfüllen, die niemand laut ausspricht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Freunde: Immer verfügbar sein, auch wenn du leer bist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1 F3 — Drei Lebensbereiche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