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 den meisten gibt es einen Typ Mensch oder eine Typ Situation, die das automatische Ja besonders stark auslöst. Für manche ist es der Chef. Für andere die Mutter. Oder jeder, der enttäuscht wirkt. Im Workbook auf Seite zwei gibt es eine kurze Übung dazu. Du wirst dabei wahrscheinlich eine Person oder Situation erkennen, die sich sofort meldet. Das ist dein Auslöser.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Text 1"/>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2 — Tag 2: Die Muster</a:t>
            </a:r>
            <a:endParaRPr lang="en-US" sz="1200" dirty="0"/>
          </a:p>
        </p:txBody>
      </p:sp>
      <p:sp>
        <p:nvSpPr>
          <p:cNvPr id="4" name="Text 2"/>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2: Die Muster</a:t>
            </a:r>
            <a:endParaRPr lang="en-US" sz="1100" dirty="0"/>
          </a:p>
        </p:txBody>
      </p:sp>
      <p:sp>
        <p:nvSpPr>
          <p:cNvPr id="5" name="Shape 3"/>
          <p:cNvSpPr/>
          <p:nvPr/>
        </p:nvSpPr>
        <p:spPr>
          <a:xfrm>
            <a:off x="320040" y="841248"/>
            <a:ext cx="8961120" cy="0"/>
          </a:xfrm>
          <a:prstGeom prst="line">
            <a:avLst/>
          </a:prstGeom>
          <a:noFill/>
          <a:ln w="12700">
            <a:solidFill>
              <a:srgbClr val="CCCCCC"/>
            </a:solidFill>
            <a:prstDash val="solid"/>
          </a:ln>
        </p:spPr>
      </p:sp>
      <p:sp>
        <p:nvSpPr>
          <p:cNvPr id="6" name="Text 4"/>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Dein persönlicher Auslöser</a:t>
            </a:r>
            <a:endParaRPr lang="en-US" sz="3800" dirty="0"/>
          </a:p>
        </p:txBody>
      </p:sp>
      <p:sp>
        <p:nvSpPr>
          <p:cNvPr id="7" name="Text 5"/>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Bestimmte Personen</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Bestimmte Situationen</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Bestimmte Gefühle kurz davor</a:t>
            </a:r>
            <a:endParaRPr lang="en-US" sz="2400" dirty="0"/>
          </a:p>
        </p:txBody>
      </p:sp>
      <p:sp>
        <p:nvSpPr>
          <p:cNvPr id="8" name="Text 6"/>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 2 F3 — Dein persönlicher Auslöser</dc:title>
  <dc:subject>PptxGenJS Presentation</dc:subject>
  <dc:creator>Andreas Stock</dc:creator>
  <cp:lastModifiedBy>Andreas Stock</cp:lastModifiedBy>
  <cp:revision>1</cp:revision>
  <dcterms:created xsi:type="dcterms:W3CDTF">2026-05-22T20:29:43Z</dcterms:created>
  <dcterms:modified xsi:type="dcterms:W3CDTF">2026-05-22T20:29:43Z</dcterms:modified>
</cp:coreProperties>
</file>