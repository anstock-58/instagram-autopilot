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Dein Auftrag: Workbook Seite zwei, Auslöser-Übung. Benenne eine Person oder Situation, bei der dein automatisches Ja besonders zuverlässig funktioniert. Schreib es auf. Und dann bleib kurz dabei — ohne Erklärung, ohne Rechtfertigung. Nur schauen. Morgen in Tag drei erkläre ich dir, warum das so ist. Und dann macht vieles auf einmal Sinn.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— Tag 2: Die Muster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2: Die Muster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Auftrag für heute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Seite 2 — Auslöser-Übung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Person oder Situation benennen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Dabei bleiben, nicht wegschauen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2 F5 — Dein Auftrag für heute</dc:title>
  <dc:subject>PptxGenJS Presentation</dc:subject>
  <dc:creator>Andreas Stock</dc:creator>
  <cp:lastModifiedBy>Andreas Stock</cp:lastModifiedBy>
  <cp:revision>1</cp:revision>
  <dcterms:created xsi:type="dcterms:W3CDTF">2026-05-22T20:29:43Z</dcterms:created>
  <dcterms:modified xsi:type="dcterms:W3CDTF">2026-05-22T20:29:43Z</dcterms:modified>
</cp:coreProperties>
</file>