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Dein Auftrag für heute: Such dir eine einzige Situation — klein, überschaubar — und mach bewusst die Pause. Jemand fragt dich etwas. Du nimmst einen Atemzug. Du fragst dich innerlich: Will ich das wirklich? Du musst heute nicht laut Nein sagen. Es reicht, wenn du es innerlich einmal wirklich prüfst. Das ist mehr als die meisten in Jahren schaffen.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61C1C"/>
          </a:solidFill>
          <a:ln w="12700">
            <a:solidFill>
              <a:srgbClr val="A6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— Tag 4: Der Wendepunkt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4: Der Wendepunkt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896112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erste kleine Übung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9326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eine einzige Situation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machen — innerlich Nein prüfen</a:t>
            </a:r>
            <a:endParaRPr lang="en-US" sz="2400" dirty="0"/>
          </a:p>
          <a:p>
            <a:pPr marL="342900" indent="-342900">
              <a:spcBef>
                <a:spcPts val="1200"/>
              </a:spcBef>
              <a:buSzPct val="100000"/>
              <a:buChar char="■"/>
            </a:pPr>
            <a:r>
              <a:rPr lang="en-US" sz="2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zwingend laut aussprechen müssen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 aus Ueberzeugung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4 F4 — Deine erste kleine Übung</dc:title>
  <dc:subject>PptxGenJS Presentation</dc:subject>
  <dc:creator>Andreas Stock</dc:creator>
  <cp:lastModifiedBy>Andreas Stock</cp:lastModifiedBy>
  <cp:revision>1</cp:revision>
  <dcterms:created xsi:type="dcterms:W3CDTF">2026-05-22T20:29:43Z</dcterms:created>
  <dcterms:modified xsi:type="dcterms:W3CDTF">2026-05-22T20:29:43Z</dcterms:modified>
</cp:coreProperties>
</file>