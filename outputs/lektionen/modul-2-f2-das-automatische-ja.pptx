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Kennst du das? Jemand fragt etwas — und bevor du überhaupt nachgedacht hast, hörst du dich selbst sagen: "Ja, kein Problem." Und im nächsten Moment denkst du: Warum hab ich das gerade gesagt? Das ist kein Versagen. Das ist ein Automatismus. Dein Gehirn hat diesen Weg so oft gegangen, dass er zur Standardreaktion geworden ist. Heute schauen wir, was diesen Automatismus auslöst.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Text 1"/>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2 — Tag 2: Die Muster</a:t>
            </a:r>
            <a:endParaRPr lang="en-US" sz="1200" dirty="0"/>
          </a:p>
        </p:txBody>
      </p:sp>
      <p:sp>
        <p:nvSpPr>
          <p:cNvPr id="4" name="Text 2"/>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2: Die Muster</a:t>
            </a:r>
            <a:endParaRPr lang="en-US" sz="1100" dirty="0"/>
          </a:p>
        </p:txBody>
      </p:sp>
      <p:sp>
        <p:nvSpPr>
          <p:cNvPr id="5" name="Shape 3"/>
          <p:cNvSpPr/>
          <p:nvPr/>
        </p:nvSpPr>
        <p:spPr>
          <a:xfrm>
            <a:off x="320040" y="841248"/>
            <a:ext cx="8961120" cy="0"/>
          </a:xfrm>
          <a:prstGeom prst="line">
            <a:avLst/>
          </a:prstGeom>
          <a:noFill/>
          <a:ln w="12700">
            <a:solidFill>
              <a:srgbClr val="CCCCCC"/>
            </a:solidFill>
            <a:prstDash val="solid"/>
          </a:ln>
        </p:spPr>
      </p:sp>
      <p:sp>
        <p:nvSpPr>
          <p:cNvPr id="6" name="Text 4"/>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Das automatische Ja</a:t>
            </a:r>
            <a:endParaRPr lang="en-US" sz="3800" dirty="0"/>
          </a:p>
        </p:txBody>
      </p:sp>
      <p:sp>
        <p:nvSpPr>
          <p:cNvPr id="7" name="Text 5"/>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Es passiert in Millisekunden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Bevor du nachgedacht hast, hast du schon Ja gesagt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Das ist kein Versagen — das ist Automatismus</a:t>
            </a:r>
            <a:endParaRPr lang="en-US" sz="2400" dirty="0"/>
          </a:p>
        </p:txBody>
      </p:sp>
      <p:sp>
        <p:nvSpPr>
          <p:cNvPr id="8" name="Text 6"/>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2 F2 — Das automatische Ja</dc:title>
  <dc:subject>PptxGenJS Presentation</dc:subject>
  <dc:creator>Andreas Stock</dc:creator>
  <cp:lastModifiedBy>Andreas Stock</cp:lastModifiedBy>
  <cp:revision>1</cp:revision>
  <dcterms:created xsi:type="dcterms:W3CDTF">2026-05-22T20:29:43Z</dcterms:created>
  <dcterms:modified xsi:type="dcterms:W3CDTF">2026-05-22T20:29:43Z</dcterms:modified>
</cp:coreProperties>
</file>