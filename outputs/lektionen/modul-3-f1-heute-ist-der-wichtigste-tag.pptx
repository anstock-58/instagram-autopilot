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 drei ist der Tag, auf den alles hingeführt hat. Wenn du heute verstehst, was ich dir zeige — dann klickt etwas. Ein echtes Verstehen, kein intellektuelles. Du wirst dich vielleicht wiedererkennen. In Situationen, die lange zurückliegen. Und du wirst verstehen: das hatte einen Grund. Und dieser Grund gilt heute nicht mehr.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— Tag 3: Die Wurzel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3: Die Wurzel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ist der wichtigste Tag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heute verstehst du, warum du immer Ja sagst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als Kind — als Erwachsener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3 F1 — Heute ist der wichtigste Tag</dc:title>
  <dc:subject>PptxGenJS Presentation</dc:subject>
  <dc:creator>Andreas Stock</dc:creator>
  <cp:lastModifiedBy>Andreas Stock</cp:lastModifiedBy>
  <cp:revision>1</cp:revision>
  <dcterms:created xsi:type="dcterms:W3CDTF">2026-05-22T20:29:43Z</dcterms:created>
  <dcterms:modified xsi:type="dcterms:W3CDTF">2026-05-22T20:29:43Z</dcterms:modified>
</cp:coreProperties>
</file>