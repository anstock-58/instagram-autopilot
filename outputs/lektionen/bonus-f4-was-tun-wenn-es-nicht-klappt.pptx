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wird Tage geben, wo du wieder automatisch Ja sagst. Wo du dich danach ärgerst. Das ist normal. Das bedeutet nicht, dass du versagt hast — es bedeutet, dass das Muster noch aktiv ist. Was du dann tust: nicht urteilen. Beobachten. Was war die Situation? Was war der Auslöser? Und dann weiter. Kein Schritt zurück ist ein Versagen — es ist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Bonus: Integration im Alltag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Integration im Alltag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tun, wenn es nicht klappt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Rückschritte sind normal — kein Grund zur Selbstkritik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Rückschritt zeigt: das Thema ist noch aktiv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Beobachten statt urteilen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Bonus F4 — Was tun, wenn es nicht klappt</dc:title>
  <dc:subject>PptxGenJS Presentation</dc:subject>
  <dc:creator>Andreas Stock</dc:creator>
  <cp:lastModifiedBy>Andreas Stock</cp:lastModifiedBy>
  <cp:revision>1</cp:revision>
  <dcterms:created xsi:type="dcterms:W3CDTF">2026-05-22T20:29:44Z</dcterms:created>
  <dcterms:modified xsi:type="dcterms:W3CDTF">2026-05-22T20:29:44Z</dcterms:modified>
</cp:coreProperties>
</file>