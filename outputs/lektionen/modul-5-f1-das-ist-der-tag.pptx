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Herzlich willkommen in Tag fünf. Das ist der Tag, auf den alles hingearbeitet hat. Ich möchte, dass du eins weißt, bevor wir anfangen: Dein erstes echtes Nein wird sich wahrscheinlich nicht gut anfühlen. Es wird vielleicht ungewohnt sein. Vielleicht ein bisschen unangenehm. Das ist normal. Es muss sich nicht gut anfühlen. Es muss aufrichtig sein. Das ist der Unterschied.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Das ist der Tag</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perfekt — echt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Dein Nein muss sich nicht gut anfühlen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muss aufrichtig sein</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5 F1 — Das ist der Tag</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