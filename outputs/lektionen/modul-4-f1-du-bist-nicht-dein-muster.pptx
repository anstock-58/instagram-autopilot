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Ich möchte heute mit einem wichtigen Satz beginnen: Du bist nicht dein Muster. Das People-Pleasing ist nicht deine Persönlichkeit. Es ist etwas, das du irgendwann gelernt hast — als Schutz, als Strategie, als Überlebensmechanismus. Und genau deshalb kann es auch verändert werden. Nicht durch Willenskraft. Durch Verständnis und kleine, konkrete Schritte.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— Tag 4: Der Wendepunkt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4: Der Wendepunkt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961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bist nicht dein Muster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9326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Muster ist nicht du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ist etwas, das du gelernt hast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kann verändert werden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 aus Ueberzeugung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4 F1 — Du bist nicht dein Muster</dc:title>
  <dc:subject>PptxGenJS Presentation</dc:subject>
  <dc:creator>Andreas Stock</dc:creator>
  <cp:lastModifiedBy>Andreas Stock</cp:lastModifiedBy>
  <cp:revision>1</cp:revision>
  <dcterms:created xsi:type="dcterms:W3CDTF">2026-05-22T20:29:43Z</dcterms:created>
  <dcterms:modified xsi:type="dcterms:W3CDTF">2026-05-22T20:29:43Z</dcterms:modified>
</cp:coreProperties>
</file>