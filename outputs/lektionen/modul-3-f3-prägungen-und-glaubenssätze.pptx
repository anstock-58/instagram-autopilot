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 dem automatischen Ja steckt fast immer ein Glaubenssatz. Ein innerer Satz, den du so oft gedacht hast, dass er sich wie Wahrheit anfühlt. Ich darf keine Last sein. Konflikte zerstören alles. Wenn ich Nein sage, verliere ich die Person. Diese Sätze sind nicht wahr — aber sie fühlen sich wahr an. Und solange sie im Verborgenen bleiben, steuern sie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Prägungen und Glaubenssätze</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"Ich darf keine Last sein"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"Konflikte zerstören Beziehungen"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"Wenn ich Nein sage, verliere ich die Zuneigung"</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3 F3 — Prägungen und Glaubenssätze</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