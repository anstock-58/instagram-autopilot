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Workbook auf Seite drei gibt es eine Frage, die viele Leute beschäftigt: Was befürchtest du wirklich, wenn du Nein sagst? Nicht die vernünftige Antwort. Die ehrliche. Ablehnung. Verlust. Dass jemand wütend wird. Dass du als schwierig giltst. Schreib es auf. Ohne Filter. Das ist dein Glaubenssatz in Aktion — und er hat einen Namen verdient.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Text 1"/>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3 — Tag 3: Die Wurzel</a:t>
            </a:r>
            <a:endParaRPr lang="en-US" sz="1200" dirty="0"/>
          </a:p>
        </p:txBody>
      </p:sp>
      <p:sp>
        <p:nvSpPr>
          <p:cNvPr id="4" name="Text 2"/>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3: Die Wurzel</a:t>
            </a:r>
            <a:endParaRPr lang="en-US" sz="1100" dirty="0"/>
          </a:p>
        </p:txBody>
      </p:sp>
      <p:sp>
        <p:nvSpPr>
          <p:cNvPr id="5" name="Shape 3"/>
          <p:cNvSpPr/>
          <p:nvPr/>
        </p:nvSpPr>
        <p:spPr>
          <a:xfrm>
            <a:off x="320040" y="841248"/>
            <a:ext cx="8961120" cy="0"/>
          </a:xfrm>
          <a:prstGeom prst="line">
            <a:avLst/>
          </a:prstGeom>
          <a:noFill/>
          <a:ln w="12700">
            <a:solidFill>
              <a:srgbClr val="CCCCCC"/>
            </a:solidFill>
            <a:prstDash val="solid"/>
          </a:ln>
        </p:spPr>
      </p:sp>
      <p:sp>
        <p:nvSpPr>
          <p:cNvPr id="6" name="Text 4"/>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Dein Glaubenssatz</a:t>
            </a:r>
            <a:endParaRPr lang="en-US" sz="3800" dirty="0"/>
          </a:p>
        </p:txBody>
      </p:sp>
      <p:sp>
        <p:nvSpPr>
          <p:cNvPr id="7" name="Text 5"/>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befürchtest du, wenn du Nein sagst?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Nicht was du denkst — was du wirklich befürchtest</a:t>
            </a:r>
            <a:endParaRPr lang="en-US" sz="2400" dirty="0"/>
          </a:p>
        </p:txBody>
      </p:sp>
      <p:sp>
        <p:nvSpPr>
          <p:cNvPr id="8" name="Text 6"/>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 3 F4 — Dein Glaubenssatz</dc:title>
  <dc:subject>PptxGenJS Presentation</dc:subject>
  <dc:creator>Andreas Stock</dc:creator>
  <cp:lastModifiedBy>Andreas Stock</cp:lastModifiedBy>
  <cp:revision>1</cp:revision>
  <dcterms:created xsi:type="dcterms:W3CDTF">2026-05-22T20:29:43Z</dcterms:created>
  <dcterms:modified xsi:type="dcterms:W3CDTF">2026-05-22T20:29:43Z</dcterms:modified>
</cp:coreProperties>
</file>