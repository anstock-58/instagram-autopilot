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 musst heute noch nichts ändern. Wirklich nicht. Verstehen ist der erste Schritt — und der größte. Die meisten Menschen rennen durch ihr Leben und ändern Verhalten, ohne zu verstehen warum sie so handeln. Du machst das jetzt anders. Morgen in Tag vier schauen wir, was du mit diesem Verständnis anfangen kannst. Bis dann.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Text 1"/>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Modul 3 — Tag 3: Die Wurzel</a:t>
            </a:r>
            <a:endParaRPr lang="en-US" sz="1200" dirty="0"/>
          </a:p>
        </p:txBody>
      </p:sp>
      <p:sp>
        <p:nvSpPr>
          <p:cNvPr id="4" name="Text 2"/>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Tag 3: Die Wurzel</a:t>
            </a:r>
            <a:endParaRPr lang="en-US" sz="1100" dirty="0"/>
          </a:p>
        </p:txBody>
      </p:sp>
      <p:sp>
        <p:nvSpPr>
          <p:cNvPr id="5" name="Shape 3"/>
          <p:cNvSpPr/>
          <p:nvPr/>
        </p:nvSpPr>
        <p:spPr>
          <a:xfrm>
            <a:off x="320040" y="841248"/>
            <a:ext cx="8961120" cy="0"/>
          </a:xfrm>
          <a:prstGeom prst="line">
            <a:avLst/>
          </a:prstGeom>
          <a:noFill/>
          <a:ln w="12700">
            <a:solidFill>
              <a:srgbClr val="CCCCCC"/>
            </a:solidFill>
            <a:prstDash val="solid"/>
          </a:ln>
        </p:spPr>
      </p:sp>
      <p:sp>
        <p:nvSpPr>
          <p:cNvPr id="6" name="Text 4"/>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Verstehen ist der erste Schritt</a:t>
            </a:r>
            <a:endParaRPr lang="en-US" sz="3800" dirty="0"/>
          </a:p>
        </p:txBody>
      </p:sp>
      <p:sp>
        <p:nvSpPr>
          <p:cNvPr id="7" name="Text 5"/>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Du musst noch nichts ändern</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Verstehen reicht für heute</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Morgen kommt der nächste Schritt</a:t>
            </a:r>
            <a:endParaRPr lang="en-US" sz="2400" dirty="0"/>
          </a:p>
        </p:txBody>
      </p:sp>
      <p:sp>
        <p:nvSpPr>
          <p:cNvPr id="8" name="Text 6"/>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 3 F5 — Verstehen ist der erste Schritt</dc:title>
  <dc:subject>PptxGenJS Presentation</dc:subject>
  <dc:creator>Andreas Stock</dc:creator>
  <cp:lastModifiedBy>Andreas Stock</cp:lastModifiedBy>
  <cp:revision>1</cp:revision>
  <dcterms:created xsi:type="dcterms:W3CDTF">2026-05-22T20:29:43Z</dcterms:created>
  <dcterms:modified xsi:type="dcterms:W3CDTF">2026-05-22T20:29:43Z</dcterms:modified>
</cp:coreProperties>
</file>