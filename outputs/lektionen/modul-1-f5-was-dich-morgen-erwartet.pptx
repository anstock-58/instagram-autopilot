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Morgen schauen wir, was dein Selbstcheck dir zeigt. Nicht um dich zu analysieren — sondern um ein Muster sichtbar zu machen. Die meisten Menschen, die nie Nein sagen, haben eine bestimmte Auslöse-Situation. Einen Moment, wo das automatische Ja einsetzt. Den finden wir morgen. Bis dann.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A61C1C"/>
          </a:solidFill>
          <a:ln w="12700">
            <a:solidFill>
              <a:srgbClr val="A61C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6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1 — Tag 1: Der Selbstcheck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20040" y="475488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1: Der Selbstcheck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841248"/>
            <a:ext cx="896112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6012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dich morgen erwartet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320040" y="2148840"/>
            <a:ext cx="932688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Bef>
                <a:spcPts val="1200"/>
              </a:spcBef>
              <a:buSzPct val="100000"/>
              <a:buChar char="■"/>
            </a:pPr>
            <a:r>
              <a:rPr lang="en-US" sz="2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2: Wir lesen die Muster</a:t>
            </a:r>
            <a:endParaRPr lang="en-US" sz="2400" dirty="0"/>
          </a:p>
          <a:p>
            <a:pPr marL="342900" indent="-342900">
              <a:spcBef>
                <a:spcPts val="1200"/>
              </a:spcBef>
              <a:buSzPct val="100000"/>
              <a:buChar char="■"/>
            </a:pPr>
            <a:r>
              <a:rPr lang="en-US" sz="2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erkennst wann und warum du automatisch Ja sagst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20040" y="6492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Nein aus Ueberzeugung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 1 F5 — Was dich morgen erwartet</dc:title>
  <dc:subject>PptxGenJS Presentation</dc:subject>
  <dc:creator>Andreas Stock</dc:creator>
  <cp:lastModifiedBy>Andreas Stock</cp:lastModifiedBy>
  <cp:revision>1</cp:revision>
  <dcterms:created xsi:type="dcterms:W3CDTF">2026-05-22T20:29:43Z</dcterms:created>
  <dcterms:modified xsi:type="dcterms:W3CDTF">2026-05-22T20:29:43Z</dcterms:modified>
</cp:coreProperties>
</file>