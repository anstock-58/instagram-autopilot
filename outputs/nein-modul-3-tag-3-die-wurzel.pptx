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Willkommen in Modul 3. Das ist der wichtigste Tag — wir gehen zur Wurzel.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Tag drei ist der Tag, auf den alles hingefuehrt hat. Wenn du heute verstehst, was ich dir zeige — dann klickt etwas. Ein echtes Verstehen, kein intellektuelles. Du wirst dich vielleicht wiedererkennen. In Situationen, die lange zurueckliegen. Und du wirst verstehen: das hatte einen Grund. Und dieser Grund gilt heute nicht mehr.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People-Pleasing entsteht nicht aus Schwaeche. Es entsteht aus Intelligenz. Irgendwann — meistens als Kind oder Jugendlicher — hast du gelernt: Wenn ich angepasst bin, bin ich sicher. Wenn ich Ja sage, wird es niemanden boese. Wenn ich keine Beduerfnisse habe, gibt es keinen Konflikt. Das war damals eine kluge Strategie. Das Problem: du folgst ihr heute noch. Obwohl die Situation sich laengst veraendert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Hinter dem automatischen Ja steckt fast immer ein Glaubenssatz. Ein innerer Satz, den du so oft gedacht hast, dass er sich wie Wahrheit anfuehlt. Ich darf keine Last sein. Konflikte zerstoeren alles. Wenn ich Nein sage, verliere ich die Person. Diese Saetze sind nicht wahr — aber sie fuehlen sich wahr an. Und solange sie im Verborgenen bleiben, steuern sie dich.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Workbook auf Seite drei gibt es eine Frage, die viele Leute beschaeftigt: Was befuerchtest du wirklich, wenn du Nein sagst? Nicht die vernuenftige Antwort. Die ehrliche. Ablehnung. Verlust. Dass jemand wuetend wird. Dass du als schwierig giltst. Schreib es auf. Ohne Filter. Das ist dein Glaubenssatz in Aktion — und er hat einen Namen verdient.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musst heute noch nichts aendern. Wirklich nicht. Verstehen ist der erste Schritt — und der groesste. Die meisten Menschen rennen durch ihr Leben und aendern Verhalten, ohne zu verstehen warum sie so handeln. Du machst das jetzt anders. Morgen in Tag vier schauen wir, was du mit diesem Verstaendnis anfangen kannst. Bis dann.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A61C1C"/>
          </a:solidFill>
          <a:ln w="12700">
            <a:solidFill>
              <a:srgbClr val="A61C1C"/>
            </a:solidFill>
            <a:prstDash val="solid"/>
          </a:ln>
        </p:spPr>
      </p:sp>
      <p:sp>
        <p:nvSpPr>
          <p:cNvPr id="3" name="Shape 1"/>
          <p:cNvSpPr/>
          <p:nvPr/>
        </p:nvSpPr>
        <p:spPr>
          <a:xfrm>
            <a:off x="11731752" y="0"/>
            <a:ext cx="457200" cy="6858000"/>
          </a:xfrm>
          <a:prstGeom prst="rect">
            <a:avLst/>
          </a:prstGeom>
          <a:solidFill>
            <a:srgbClr val="2A2A2A"/>
          </a:solidFill>
          <a:ln w="12700">
            <a:solidFill>
              <a:srgbClr val="2A2A2A"/>
            </a:solidFill>
            <a:prstDash val="solid"/>
          </a:ln>
        </p:spPr>
      </p:sp>
      <p:sp>
        <p:nvSpPr>
          <p:cNvPr id="4" name="Text 2"/>
          <p:cNvSpPr/>
          <p:nvPr/>
        </p:nvSpPr>
        <p:spPr>
          <a:xfrm>
            <a:off x="731520" y="2011680"/>
            <a:ext cx="5486400" cy="548640"/>
          </a:xfrm>
          <a:prstGeom prst="rect">
            <a:avLst/>
          </a:prstGeom>
          <a:noFill/>
          <a:ln/>
        </p:spPr>
        <p:txBody>
          <a:bodyPr wrap="square" rtlCol="0" anchor="ctr"/>
          <a:lstStyle/>
          <a:p>
            <a:pPr indent="0" marL="0">
              <a:buNone/>
            </a:pPr>
            <a:r>
              <a:rPr lang="en-US" sz="1400" b="1" spc="300" kern="0" dirty="0">
                <a:solidFill>
                  <a:srgbClr val="D94040"/>
                </a:solidFill>
                <a:latin typeface="Calibri" pitchFamily="34" charset="0"/>
                <a:ea typeface="Calibri" pitchFamily="34" charset="-122"/>
                <a:cs typeface="Calibri" pitchFamily="34" charset="-120"/>
              </a:rPr>
              <a:t>Modul 3</a:t>
            </a:r>
            <a:endParaRPr lang="en-US" sz="1400" dirty="0"/>
          </a:p>
        </p:txBody>
      </p:sp>
      <p:sp>
        <p:nvSpPr>
          <p:cNvPr id="5" name="Text 3"/>
          <p:cNvSpPr/>
          <p:nvPr/>
        </p:nvSpPr>
        <p:spPr>
          <a:xfrm>
            <a:off x="731520" y="2651760"/>
            <a:ext cx="9144000" cy="137160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Tag 3: Die Wurzel</a:t>
            </a:r>
            <a:endParaRPr lang="en-US" sz="3600" dirty="0"/>
          </a:p>
        </p:txBody>
      </p:sp>
      <p:sp>
        <p:nvSpPr>
          <p:cNvPr id="6" name="Text 4"/>
          <p:cNvSpPr/>
          <p:nvPr/>
        </p:nvSpPr>
        <p:spPr>
          <a:xfrm>
            <a:off x="731520" y="6217920"/>
            <a:ext cx="7315200" cy="4572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Nein aus Ueberzeugung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3 — Tag 3: Die Wurzel</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3: Die Wurzel</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Heute ist der wichtigste Tag</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Nach heute verstehst du, warum du immer Ja sagst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Nicht als Kind — als Erwachsener</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3 — Tag 3: Die Wurzel</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3: Die Wurzel</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Wo People-Pleasing entsteht</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Nicht angeboren — erlernt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Meistens in der Kindheit oder Jugend</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Als Strategie, um geliebt oder sicher zu sein</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3 — Tag 3: Die Wurzel</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3: Die Wurzel</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Praegungen und Glaubenssaetze</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"Ich darf keine Last sein"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"Konflikte zerstoeren Beziehungen"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"Wenn ich Nein sage, verliere ich die Zuneigung"</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3 — Tag 3: Die Wurzel</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3: Die Wurzel</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Dein Glaubenssatz</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Was befuerchtest du, wenn du Nein sagst?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Nicht was du denkst — was du wirklich befuerchtest</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3 — Tag 3: Die Wurzel</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3: Die Wurzel</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Verstehen ist der erste Schritt</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Du musst noch nichts aendern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Verstehen reicht fuer heute</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Morgen kommt der naechste Schritt</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Nein aus Ueberzeugung — Tag 3: Die Wurzel</dc:title>
  <dc:subject>PptxGenJS Presentation</dc:subject>
  <dc:creator>Andreas Stock</dc:creator>
  <cp:lastModifiedBy>Andreas Stock</cp:lastModifiedBy>
  <cp:revision>1</cp:revision>
  <dcterms:created xsi:type="dcterms:W3CDTF">2026-05-22T18:44:31Z</dcterms:created>
  <dcterms:modified xsi:type="dcterms:W3CDTF">2026-05-22T18:44:31Z</dcterms:modified>
</cp:coreProperties>
</file>