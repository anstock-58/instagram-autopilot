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4. Heute kommt der Wendepunkt.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moechte heute mit einem wichtigen Satz beginnen: Du bist nicht dein Muster. Das People-Pleasing ist nicht deine Persoenlichkeit. Es ist etwas, das du irgendwann gelernt hast — als Schutz, als Strategie, als Ueberlebensmechanismus. Und genau deshalb kann es auch veraendert werden. Nicht durch Willenskraft. Durch Verstaendnis und kleine, konkrete Schritte.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Viele versuchen, ihr People-Pleasing zu bekaempfen. Sie zwingen sich zu Nein, fuehlen sich dabei schlecht, geben auf. Das funktioniert nicht. Was funktioniert: das Muster sehen, ohne es zu verurteilen. Sagen: Ich sehe, dass ich gerade automatisch Ja sagen will. Und dann — eine Pause. Einen Atemzug. Und dann entscheiden, was ich wirklich will. Das ist der Wendepunkt.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Zwischen dem Moment, wo jemand etwas von dir will, und deiner Reaktion liegt ein ganz kurzer Augenblick. Meistens ueberbrueckst du ihn sofort mit Ja. Heute ueben wir, diesen Moment auszudehnen. Nicht dramatisch. Nur: einen Atemzug nehmen. Kurz innehalten. Und fragen: Was will ich wirklich? Du musst das nicht perfekt koennen. Du musst es nur einmal spueren.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Dein Auftrag fuer heute: Such dir eine einzige Situation — klein, ueberschaubar — und mach bewusst die Pause. Jemand fragt dich etwas. Du nimmst einen Atemzug. Du fragst dich innerlich: Will ich das wirklich? Du musst heute nicht laut Nein sagen. Es reicht, wenn du es innerlich einmal wirklich pruefst. Das ist mehr als die meisten in Jahren schaffen.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Morgen ist Tag fuenf. Der letzte Tag. Und der konkreteste. Du wirst dein erstes echtes Nein formulieren — in deinen Worten, fuer deine Situation. Nicht aus Trotz. Nicht aus Erschoepfung. Aus Ueberzeugung. Du bist nach vier Tagen bereit dafuer. Bis morgen.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4</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4: Der Wendepunkt</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Du bist nicht dein Muster</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Das Muster ist nicht du</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ist etwas, das du gelernt hast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kann veraendert werden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Akzeptanz statt Kampf</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Gegen das Muster kaempfen macht es staerker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Akzeptieren heisst: ich sehe es — und ich entscheide neu</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Kein Selbstvorwurf</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Die Pause als Werkzeug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Zwischen Ausloser und Reaktion liegt ein Moment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In diesem Moment liegt deine Freiheit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Die Pause trainieren — nicht perfektionieren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Deine erste kleine Uebung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Heute eine einzige Situation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Pause machen — innerlich Nein pruefen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zwingend laut aussprechen muessen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Morgen sagst du es laut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Tag 5: Das erste echte Nein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bist bereit — nicht perfekt, aber bereit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Nein aus Ueberzeugung — Tag 4: Der Wendepunkt</dc:title>
  <dc:subject>PptxGenJS Presentation</dc:subject>
  <dc:creator>Andreas Stock</dc:creator>
  <cp:lastModifiedBy>Andreas Stock</cp:lastModifiedBy>
  <cp:revision>1</cp:revision>
  <dcterms:created xsi:type="dcterms:W3CDTF">2026-05-22T18:44:31Z</dcterms:created>
  <dcterms:modified xsi:type="dcterms:W3CDTF">2026-05-22T18:44:31Z</dcterms:modified>
</cp:coreProperties>
</file>