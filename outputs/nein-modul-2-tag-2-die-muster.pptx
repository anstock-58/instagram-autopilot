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2. Heute schauen wir gemeinsam auf deine Muster.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hoffe, du hast deinen Selbstcheck gemacht. Wenn ja — gut. Wenn nicht, mach es jetzt bevor du weiterschaust. Was du dort siehst, ist keine Schwaeche. Es ist ein Muster, das du irgendwann gelernt hast, weil es damals funktioniert hat. Und alles, was gelernt wurde, kann auch veraendert werden. Das ist keine Motivation — das ist Biologie.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Kennst du das? Jemand fragt etwas — und bevor du ueberhaupt nachgedacht hast, hoerst du dich selbst sagen: "Ja, kein Problem." Und im naechsten Moment denkst du: Warum hab ich das gerade gesagt? Das ist kein Versagen. Das ist ein Automatismus. Dein Gehirn hat diesen Weg so oft gegangen, dass er zur Standardreaktion geworden ist. Heute schauen wir, was diesen Automatismus ausloest.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den meisten gibt es einen Typ Mensch oder eine Typ Situation, die das automatische Ja besonders stark ausloest. Fuer manche ist es der Chef. Fuer andere die Mutter. Oder jeder, der enttaeuscht wirkt. Im Workbook auf Seite zwei gibt es eine kurze Uebung dazu. Du wirst dabei wahrscheinlich eine Person oder Situation erkennen, die sich sofort meldet. Das ist dein Ausloser.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du deinen Ausloser erkennst — bitte nicht urteilen. Er zeigt dir, wo du dich am unsichersten fuehlst. Wo die Angst vor Ablehnung am staerksten ist. Das ist wertvolle Information. Keine Diagnose. Kein Problem. Einfach: hier ist der Hebel. Und morgen in Tag drei schauen wir, wo dieser Ausloser herkommt.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Dein Auftrag: Workbook Seite zwei, Ausloser-Uebung. Benenne eine Person oder Situation, bei der dein automatisches Ja besonders zuverlaessig funktioniert. Schreib es auf. Und dann bleib kurz dabei — ohne Erklaerung, ohne Rechtfertigung. Nur schauen. Morgen in Tag drei erklaere ich dir, warum das so ist. Und dann macht vieles auf einmal Sinn.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2</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2: Die Muster</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dein Selbstcheck zeigt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Schwaeche — sondern ein erlerntes Muster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Muster lassen sich erkennen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erkannt ist, kann veraendert werden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Das automatische Ja</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passiert in Millisekunden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Bevor du nachgedacht hast, hast du schon Ja gesagt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Das ist kein Versagen — das ist Automatismus</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persoenlicher Ausloser</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Personen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Situationen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Gefuehle kurz davor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Ausloser sind keine Feinde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Dein Ausloser zeigt dir, wo du dich am unsichersten fuehlst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Unsicherheit ist kein Fehler — sie ist Information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Auftrag fuer heute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Workbook Seite 2 — Ausloser-Uebung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Eine Person oder Situation benennen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Dabei bleiben, nicht wegschauen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Nein aus Ueberzeugung — Tag 2: Die Muster</dc:title>
  <dc:subject>PptxGenJS Presentation</dc:subject>
  <dc:creator>Andreas Stock</dc:creator>
  <cp:lastModifiedBy>Andreas Stock</cp:lastModifiedBy>
  <cp:revision>1</cp:revision>
  <dcterms:created xsi:type="dcterms:W3CDTF">2026-05-22T18:44:31Z</dcterms:created>
  <dcterms:modified xsi:type="dcterms:W3CDTF">2026-05-22T18:44:31Z</dcterms:modified>
</cp:coreProperties>
</file>